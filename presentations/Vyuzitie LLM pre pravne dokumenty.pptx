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9" r:id="rId6"/>
    <p:sldId id="258" r:id="rId7"/>
    <p:sldId id="269" r:id="rId8"/>
    <p:sldId id="268" r:id="rId9"/>
    <p:sldId id="267" r:id="rId10"/>
    <p:sldId id="266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8" autoAdjust="0"/>
    <p:restoredTop sz="94643"/>
  </p:normalViewPr>
  <p:slideViewPr>
    <p:cSldViewPr snapToGrid="0">
      <p:cViewPr varScale="1">
        <p:scale>
          <a:sx n="105" d="100"/>
          <a:sy n="105" d="100"/>
        </p:scale>
        <p:origin x="6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3C6FD-36DE-450A-ACF7-E3D99146BF9B}" type="datetimeFigureOut">
              <a:rPr lang="sk-SK" smtClean="0"/>
              <a:t>22.1.2026</a:t>
            </a:fld>
            <a:endParaRPr lang="sk-SK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35ECD-55A6-4BF2-B99C-0F5C455EB57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9232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02242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9A7C-7963-EEC9-16BF-703D2B43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D01702A8-BAB1-4D2D-DD9D-76A87A295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7EB702F0-A263-3173-96A8-4FAF7D95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3B1B5875-6798-9605-10D7-A41E9F58D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533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ABDF-EC08-B9D5-CA2C-E566A350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6120677D-BD94-F1F8-0CD1-FA30C47C9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2E6AB33A-E53E-68FB-F42F-3DEA7AA4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705AB26E-679F-D3D2-BA62-88EE4A8B2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4660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D189-04D2-2B4E-618F-93FD1960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C973E99F-EE9C-6A18-7C22-DAB45943F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8CC5554B-8A5C-DFB1-8ED4-221E19E7D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C510BFD2-0C3E-0C9A-B2BC-471B601A2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03314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C503-8AF6-4162-8FF3-0F85AB67B2C1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0193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5052-5926-4191-A2E3-7BDEF44A13CC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5713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C28-8D1F-45D1-AF6E-DB4D70B13124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8074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9242-E760-4D00-B9AC-D6A5D75151F2}" type="datetime1">
              <a:rPr lang="sk-SK" smtClean="0"/>
              <a:t>22.1.2026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71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D168-2653-4988-9CA0-B77348A2D730}" type="datetime1">
              <a:rPr lang="sk-SK" smtClean="0"/>
              <a:t>22.1.2026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266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55C9-6FFD-4026-8536-9E43E2ABFA39}" type="datetime1">
              <a:rPr lang="sk-SK" smtClean="0"/>
              <a:t>22.1.2026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1518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B9B6-08B1-479D-80ED-386032EE33E0}" type="datetime1">
              <a:rPr lang="sk-SK" smtClean="0"/>
              <a:t>22.1.2026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067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4F229-4D57-4821-8E37-0CE969326BC8}" type="datetime1">
              <a:rPr lang="sk-SK" smtClean="0"/>
              <a:t>22.1.2026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887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1ECF-6315-483D-90CF-53BC3D149B90}" type="datetime1">
              <a:rPr lang="sk-SK" smtClean="0"/>
              <a:t>22.1.2026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667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CD72-F62C-4D62-B762-7B7DE492E3A5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8149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0CD0-B48A-41D1-B63B-0DE33DAB8219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3650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7082E-20F2-470E-90A6-CAC2834E2F57}" type="datetime1">
              <a:rPr lang="sk-SK" smtClean="0"/>
              <a:t>22.1.2026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6308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040" y="1091883"/>
            <a:ext cx="8164945" cy="2387600"/>
          </a:xfrm>
        </p:spPr>
        <p:txBody>
          <a:bodyPr/>
          <a:lstStyle/>
          <a:p>
            <a:pPr algn="l"/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040" y="3588876"/>
            <a:ext cx="9144000" cy="437947"/>
          </a:xfrm>
        </p:spPr>
        <p:txBody>
          <a:bodyPr/>
          <a:lstStyle/>
          <a:p>
            <a:pPr algn="l"/>
            <a:r>
              <a:rPr lang="sk-SK" dirty="0"/>
              <a:t>Prezentácia BP1</a:t>
            </a:r>
          </a:p>
          <a:p>
            <a:endParaRPr lang="sk-SK" dirty="0"/>
          </a:p>
        </p:txBody>
      </p:sp>
      <p:sp>
        <p:nvSpPr>
          <p:cNvPr id="4" name="TextBox 3"/>
          <p:cNvSpPr txBox="1"/>
          <p:nvPr/>
        </p:nvSpPr>
        <p:spPr>
          <a:xfrm>
            <a:off x="447041" y="5079075"/>
            <a:ext cx="8164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Autor: Samuel Bagín</a:t>
            </a:r>
          </a:p>
          <a:p>
            <a:r>
              <a:rPr lang="sk-SK" dirty="0"/>
              <a:t>Vedúci bakalárskej práce: Ing. Marek Vančo, PhD.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465926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A99189-5559-D39E-06AB-6E542E9B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3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Zadanie bakalárskej práce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Cieľom</a:t>
            </a:r>
            <a:r>
              <a:rPr lang="en-US" dirty="0"/>
              <a:t> je </a:t>
            </a:r>
            <a:r>
              <a:rPr lang="en-US" dirty="0" err="1"/>
              <a:t>vytvoriť</a:t>
            </a:r>
            <a:r>
              <a:rPr lang="en-US" dirty="0"/>
              <a:t> AI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automatickú</a:t>
            </a:r>
            <a:r>
              <a:rPr lang="en-US" dirty="0"/>
              <a:t> </a:t>
            </a:r>
            <a:r>
              <a:rPr lang="en-US" dirty="0" err="1"/>
              <a:t>extrakciu</a:t>
            </a:r>
            <a:r>
              <a:rPr lang="en-US" dirty="0"/>
              <a:t> a </a:t>
            </a:r>
            <a:r>
              <a:rPr lang="en-US" dirty="0" err="1"/>
              <a:t>prepojenie</a:t>
            </a:r>
            <a:r>
              <a:rPr lang="en-US" dirty="0"/>
              <a:t> </a:t>
            </a:r>
            <a:r>
              <a:rPr lang="en-US" dirty="0" err="1"/>
              <a:t>informácií</a:t>
            </a:r>
            <a:r>
              <a:rPr lang="en-US" dirty="0"/>
              <a:t> z </a:t>
            </a:r>
            <a:r>
              <a:rPr lang="en-US" dirty="0" err="1"/>
              <a:t>právnych</a:t>
            </a:r>
            <a:r>
              <a:rPr lang="en-US" dirty="0"/>
              <a:t> </a:t>
            </a:r>
            <a:r>
              <a:rPr lang="en-US" dirty="0" err="1"/>
              <a:t>textov</a:t>
            </a:r>
            <a:r>
              <a:rPr lang="en-US" dirty="0"/>
              <a:t> do </a:t>
            </a:r>
            <a:r>
              <a:rPr lang="en-US" dirty="0" err="1"/>
              <a:t>znalostného</a:t>
            </a:r>
            <a:r>
              <a:rPr lang="en-US" dirty="0"/>
              <a:t> </a:t>
            </a:r>
            <a:r>
              <a:rPr lang="en-US" dirty="0" err="1"/>
              <a:t>grafu</a:t>
            </a:r>
            <a:r>
              <a:rPr lang="en-US" dirty="0"/>
              <a:t>. </a:t>
            </a:r>
            <a:r>
              <a:rPr lang="en-US" dirty="0" err="1"/>
              <a:t>Výsledkom</a:t>
            </a:r>
            <a:r>
              <a:rPr lang="en-US" dirty="0"/>
              <a:t> je </a:t>
            </a:r>
            <a:r>
              <a:rPr lang="en-US" dirty="0" err="1"/>
              <a:t>interaktívny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znázorňujúci</a:t>
            </a:r>
            <a:r>
              <a:rPr lang="en-US" dirty="0"/>
              <a:t> </a:t>
            </a:r>
            <a:r>
              <a:rPr lang="en-US" dirty="0" err="1"/>
              <a:t>väzby</a:t>
            </a:r>
            <a:r>
              <a:rPr lang="en-US" dirty="0"/>
              <a:t> </a:t>
            </a:r>
            <a:r>
              <a:rPr lang="en-US" dirty="0" err="1"/>
              <a:t>medzi</a:t>
            </a:r>
            <a:r>
              <a:rPr lang="en-US" dirty="0"/>
              <a:t> </a:t>
            </a:r>
            <a:r>
              <a:rPr lang="en-US" dirty="0" err="1"/>
              <a:t>právnymi</a:t>
            </a:r>
            <a:r>
              <a:rPr lang="en-US" dirty="0"/>
              <a:t> </a:t>
            </a:r>
            <a:r>
              <a:rPr lang="en-US" dirty="0" err="1"/>
              <a:t>pojmami</a:t>
            </a:r>
            <a:r>
              <a:rPr lang="en-US" dirty="0"/>
              <a:t> a </a:t>
            </a:r>
            <a:r>
              <a:rPr lang="en-US" dirty="0" err="1"/>
              <a:t>ustanoveniami</a:t>
            </a:r>
            <a:r>
              <a:rPr lang="en-US" dirty="0"/>
              <a:t> v </a:t>
            </a:r>
            <a:r>
              <a:rPr lang="en-US" dirty="0" err="1"/>
              <a:t>zákone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Problematika</a:t>
            </a:r>
            <a:r>
              <a:rPr lang="en-US" dirty="0"/>
              <a:t> </a:t>
            </a:r>
            <a:r>
              <a:rPr lang="en-US" dirty="0" err="1"/>
              <a:t>halucinácie</a:t>
            </a:r>
            <a:r>
              <a:rPr lang="en-US" dirty="0"/>
              <a:t> LLM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pýtani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otázok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legálne</a:t>
            </a:r>
            <a:r>
              <a:rPr lang="en-US" dirty="0"/>
              <a:t> </a:t>
            </a:r>
            <a:r>
              <a:rPr lang="en-US" dirty="0" err="1"/>
              <a:t>pojmy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Príklad</a:t>
            </a:r>
            <a:r>
              <a:rPr lang="en-US" sz="2000" dirty="0"/>
              <a:t>: </a:t>
            </a:r>
            <a:r>
              <a:rPr lang="en-US" sz="2000" dirty="0" err="1"/>
              <a:t>daň</a:t>
            </a:r>
            <a:r>
              <a:rPr lang="en-US" sz="2000" dirty="0"/>
              <a:t> z </a:t>
            </a:r>
            <a:r>
              <a:rPr lang="en-US" sz="2000" dirty="0" err="1"/>
              <a:t>pridanej</a:t>
            </a:r>
            <a:r>
              <a:rPr lang="en-US" sz="2000" dirty="0"/>
              <a:t> </a:t>
            </a:r>
            <a:r>
              <a:rPr lang="en-US" sz="2000" dirty="0" err="1"/>
              <a:t>hodnoty</a:t>
            </a:r>
            <a:r>
              <a:rPr lang="en-US" sz="2000" dirty="0"/>
              <a:t> – </a:t>
            </a:r>
            <a:r>
              <a:rPr lang="en-US" sz="2000" dirty="0" err="1"/>
              <a:t>daň</a:t>
            </a:r>
            <a:r>
              <a:rPr lang="en-US" sz="2000" dirty="0"/>
              <a:t> z </a:t>
            </a:r>
            <a:r>
              <a:rPr lang="en-US" sz="2000" dirty="0" err="1"/>
              <a:t>príjmu</a:t>
            </a:r>
            <a:endParaRPr lang="sk-SK" sz="2000" dirty="0"/>
          </a:p>
        </p:txBody>
      </p:sp>
      <p:sp>
        <p:nvSpPr>
          <p:cNvPr id="10" name="Zástupný symbol čísla snímky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2</a:t>
            </a:fld>
            <a:r>
              <a:rPr lang="sk-SK" dirty="0"/>
              <a:t>/8</a:t>
            </a:r>
          </a:p>
        </p:txBody>
      </p:sp>
      <p:sp>
        <p:nvSpPr>
          <p:cNvPr id="12" name="Rectangle 4"/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CDF4209-FE59-45B2-BA62-FBBC859F45F8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D61CE1-0BAB-87F2-A816-9C47E56E31D9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DFAEE29-E285-1ECB-643E-A420A396404E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3655B-E817-B7DD-C8BA-190AA982C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7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 projekte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3200" b="1" u="sng" dirty="0"/>
              <a:t>1. fáza projektu – spracovanie znalostí</a:t>
            </a:r>
          </a:p>
          <a:p>
            <a:r>
              <a:rPr lang="sk-SK" sz="2800" dirty="0"/>
              <a:t>Na</a:t>
            </a:r>
            <a:r>
              <a:rPr lang="sk-SK" dirty="0"/>
              <a:t>čítanie súboru</a:t>
            </a:r>
          </a:p>
          <a:p>
            <a:r>
              <a:rPr lang="sk-SK" sz="2800" dirty="0"/>
              <a:t>Spracovanie súboru: </a:t>
            </a:r>
            <a:r>
              <a:rPr lang="sk-SK" sz="2800" dirty="0" err="1"/>
              <a:t>chunkovanie</a:t>
            </a:r>
            <a:r>
              <a:rPr lang="sk-SK" sz="2800" dirty="0"/>
              <a:t>, </a:t>
            </a:r>
            <a:r>
              <a:rPr lang="sk-SK" sz="2800" dirty="0" err="1"/>
              <a:t>LLMGraphTransformer</a:t>
            </a:r>
            <a:r>
              <a:rPr lang="sk-SK" dirty="0"/>
              <a:t> (extrahovanie entít a vzťahov), vytvorenie vrcholov pre </a:t>
            </a:r>
            <a:r>
              <a:rPr lang="sk-SK" dirty="0" err="1"/>
              <a:t>chunky</a:t>
            </a:r>
            <a:endParaRPr lang="sk-SK" dirty="0"/>
          </a:p>
          <a:p>
            <a:r>
              <a:rPr lang="sk-SK" sz="2800" dirty="0"/>
              <a:t>Uloženie do grafovej a vektorovej databázy</a:t>
            </a:r>
          </a:p>
          <a:p>
            <a:endParaRPr lang="sk-SK" dirty="0"/>
          </a:p>
          <a:p>
            <a:endParaRPr lang="sk-SK" sz="2800" dirty="0"/>
          </a:p>
          <a:p>
            <a:pPr marL="0" indent="0">
              <a:buNone/>
            </a:pPr>
            <a:r>
              <a:rPr lang="sk-SK" dirty="0"/>
              <a:t>Neo4j, </a:t>
            </a:r>
            <a:r>
              <a:rPr lang="sk-SK" dirty="0" err="1"/>
              <a:t>LangChain</a:t>
            </a:r>
            <a:r>
              <a:rPr lang="sk-SK" dirty="0"/>
              <a:t>, </a:t>
            </a:r>
            <a:r>
              <a:rPr lang="sk-SK" dirty="0" err="1"/>
              <a:t>OpenAI</a:t>
            </a:r>
            <a:endParaRPr lang="sk-SK" sz="2800" dirty="0"/>
          </a:p>
        </p:txBody>
      </p:sp>
      <p:sp>
        <p:nvSpPr>
          <p:cNvPr id="5" name="Rectangle 4"/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3</a:t>
            </a:fld>
            <a:r>
              <a:rPr lang="sk-SK" dirty="0"/>
              <a:t>/8</a:t>
            </a:r>
          </a:p>
        </p:txBody>
      </p:sp>
      <p:sp>
        <p:nvSpPr>
          <p:cNvPr id="11" name="Rectangle 4"/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C12AB-5B1D-01A0-B16B-95A961BD7524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FA193BE-6E27-A40F-3051-38AC50FEA9EE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25EB8-ACFD-B6D1-B75C-1A008B145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8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C196-255A-6031-0F36-C4909FA4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BE06-8B67-7981-1A92-CDFE17C9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 projekte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77D13-B535-3303-CBE1-A43C85C1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17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3200" b="1" u="sng" dirty="0"/>
              <a:t>2. fáza – sémantické vyhľadávanie:</a:t>
            </a:r>
          </a:p>
          <a:p>
            <a:r>
              <a:rPr lang="sk-SK" dirty="0"/>
              <a:t>Vytvorenie 3-5 variácií zadanej otázky</a:t>
            </a:r>
          </a:p>
          <a:p>
            <a:r>
              <a:rPr lang="sk-SK" dirty="0"/>
              <a:t>Nájdenie podmetu, prísudku a predmetu</a:t>
            </a:r>
          </a:p>
          <a:p>
            <a:r>
              <a:rPr lang="sk-SK" dirty="0"/>
              <a:t>LLM vytvorí </a:t>
            </a:r>
            <a:r>
              <a:rPr lang="sk-SK" dirty="0" err="1"/>
              <a:t>Cypher</a:t>
            </a:r>
            <a:r>
              <a:rPr lang="sk-SK" dirty="0"/>
              <a:t> </a:t>
            </a:r>
            <a:r>
              <a:rPr lang="sk-SK" dirty="0" err="1"/>
              <a:t>query</a:t>
            </a:r>
            <a:r>
              <a:rPr lang="sk-SK" dirty="0"/>
              <a:t> a vráti KG (znalostné grafy) - </a:t>
            </a:r>
            <a:r>
              <a:rPr lang="sk-SK" dirty="0" err="1"/>
              <a:t>Claude</a:t>
            </a:r>
            <a:endParaRPr lang="sk-SK" dirty="0"/>
          </a:p>
          <a:p>
            <a:r>
              <a:rPr lang="sk-SK" dirty="0"/>
              <a:t>Nájdenie všetkých </a:t>
            </a:r>
            <a:r>
              <a:rPr lang="sk-SK" dirty="0" err="1"/>
              <a:t>chunkov</a:t>
            </a:r>
            <a:r>
              <a:rPr lang="sk-SK" dirty="0"/>
              <a:t>, v ktorých sa nachádzajú vrcholy z KG</a:t>
            </a:r>
          </a:p>
          <a:p>
            <a:r>
              <a:rPr lang="sk-SK" dirty="0"/>
              <a:t>Vytvorenie odpovede: </a:t>
            </a:r>
            <a:r>
              <a:rPr lang="sk-SK" sz="2400" dirty="0"/>
              <a:t>UQ + </a:t>
            </a:r>
            <a:r>
              <a:rPr lang="sk-SK" sz="2400" dirty="0" err="1"/>
              <a:t>VQs</a:t>
            </a:r>
            <a:r>
              <a:rPr lang="sk-SK" sz="2400" dirty="0"/>
              <a:t> + </a:t>
            </a:r>
            <a:r>
              <a:rPr lang="sk-SK" sz="2400" dirty="0" err="1"/>
              <a:t>KGs</a:t>
            </a:r>
            <a:r>
              <a:rPr lang="sk-SK" sz="2400" dirty="0"/>
              <a:t> + </a:t>
            </a:r>
            <a:r>
              <a:rPr lang="sk-SK" sz="2400" dirty="0" err="1"/>
              <a:t>chunky</a:t>
            </a:r>
            <a:r>
              <a:rPr lang="sk-SK" sz="2400" dirty="0"/>
              <a:t> + SP</a:t>
            </a:r>
          </a:p>
          <a:p>
            <a:pPr marL="0" indent="0">
              <a:buNone/>
            </a:pPr>
            <a:endParaRPr lang="sk-SK" sz="2400" dirty="0"/>
          </a:p>
          <a:p>
            <a:pPr marL="0" indent="0">
              <a:buNone/>
            </a:pPr>
            <a:r>
              <a:rPr lang="sk-SK" sz="2800" dirty="0"/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C5020-82C7-57E2-732F-B334A02FD989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A3170AF1-EFE8-5893-13CD-FE284B41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4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4633815-0041-E8CC-870B-1EB527824CBB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28427-8481-1008-9E2E-8500C29FD3B6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584B4B-8F59-B0F3-91F3-E73BA01A33E1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BFECF-C247-BEC3-16A4-2EA7E9446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1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0848-0EAE-4B1E-C774-567702B7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80F7-7755-EAA2-F17F-BDEE1ACF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Overené podobné riešenia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3BE0-01C0-717D-C9F7-09904231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2800" dirty="0" err="1"/>
              <a:t>Blackstone</a:t>
            </a:r>
            <a:r>
              <a:rPr lang="sk-SK" sz="2800" dirty="0"/>
              <a:t> – britské riešenie, </a:t>
            </a:r>
            <a:r>
              <a:rPr lang="sk-SK" sz="2800" noProof="1"/>
              <a:t>využivajúce</a:t>
            </a:r>
            <a:r>
              <a:rPr lang="sk-SK" sz="2800" dirty="0"/>
              <a:t> strojové učenie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55019-22A4-32AD-4E1E-27EF8A192991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5FFE2A80-C845-8B80-8EBC-B0930091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5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FB54A3A-C542-6DF1-7F54-B6FF79E3E41A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48ABBE-6C9E-CBBB-DB21-72D328CFCD7C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0062AD9-6EA3-C416-D69C-70B38DB12198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AA0C39-54D5-6265-6B03-E9C3E1EE5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5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2D62-A723-8A2A-FFE9-93C22D6D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B81D-2A14-5C13-7F51-0BA8401F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Plán na letný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0FD01-C84A-E303-AFCB-F83264900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Implementovanie </a:t>
            </a:r>
            <a:r>
              <a:rPr lang="sk-SK" dirty="0" err="1"/>
              <a:t>multi</a:t>
            </a:r>
            <a:r>
              <a:rPr lang="sk-SK" dirty="0"/>
              <a:t>-hop vyhľadávania</a:t>
            </a:r>
          </a:p>
          <a:p>
            <a:r>
              <a:rPr lang="sk-SK" dirty="0"/>
              <a:t>Zobrazovanie nájdených znalostných grafov</a:t>
            </a:r>
          </a:p>
          <a:p>
            <a:r>
              <a:rPr lang="sk-SK" dirty="0"/>
              <a:t>Vytvorenie používateľského rozhrania</a:t>
            </a:r>
          </a:p>
          <a:p>
            <a:r>
              <a:rPr lang="sk-SK" dirty="0"/>
              <a:t>Optimalizácia </a:t>
            </a:r>
            <a:r>
              <a:rPr lang="sk-SK" dirty="0" err="1"/>
              <a:t>promptov</a:t>
            </a:r>
            <a:endParaRPr lang="sk-S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7D027-B340-B2D1-DC1E-3B6716D92D65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4A3E1C94-CA05-7192-497C-82817114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6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F959DDA-A09B-7792-0866-C1B7BC6FDA6E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870C0-0F55-F68B-B43C-3AB91CAE4791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DB77887-E0F4-7E7F-EDEF-C1B1B869AB78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právne dokumenty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1D98B1-E008-0C4C-CE8B-A6E7F3F32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877232"/>
            <a:ext cx="12192001" cy="2387600"/>
          </a:xfrm>
        </p:spPr>
        <p:txBody>
          <a:bodyPr/>
          <a:lstStyle/>
          <a:p>
            <a:r>
              <a:rPr lang="sk-SK" dirty="0"/>
              <a:t>Ďakujem za pozornosť</a:t>
            </a:r>
            <a:endParaRPr lang="sk-SK" dirty="0">
              <a:solidFill>
                <a:srgbClr val="00B0F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" y="1509366"/>
            <a:ext cx="12192001" cy="53427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Rectangle 10"/>
          <p:cNvSpPr/>
          <p:nvPr/>
        </p:nvSpPr>
        <p:spPr>
          <a:xfrm>
            <a:off x="0" y="4106791"/>
            <a:ext cx="12192001" cy="53427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5A88A-A8AB-6ACB-370B-D761F5416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57" y="5651249"/>
            <a:ext cx="5554886" cy="12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1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1b66bd-e699-4830-aac9-b18e744e07eb">
      <Terms xmlns="http://schemas.microsoft.com/office/infopath/2007/PartnerControls"/>
    </lcf76f155ced4ddcb4097134ff3c332f>
    <TaxCatchAll xmlns="790187d4-4294-4956-88ae-a0a46046ed0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EDB616AE48AEB41B99C2AC62DBFCA95" ma:contentTypeVersion="14" ma:contentTypeDescription="Umožňuje vytvoriť nový dokument." ma:contentTypeScope="" ma:versionID="088036438fc23cacdefd977392a4e3c2">
  <xsd:schema xmlns:xsd="http://www.w3.org/2001/XMLSchema" xmlns:xs="http://www.w3.org/2001/XMLSchema" xmlns:p="http://schemas.microsoft.com/office/2006/metadata/properties" xmlns:ns2="d01b66bd-e699-4830-aac9-b18e744e07eb" xmlns:ns3="790187d4-4294-4956-88ae-a0a46046ed0a" targetNamespace="http://schemas.microsoft.com/office/2006/metadata/properties" ma:root="true" ma:fieldsID="f4c5f3b1d36eb382ebc7e88bf870d103" ns2:_="" ns3:_="">
    <xsd:import namespace="d01b66bd-e699-4830-aac9-b18e744e07eb"/>
    <xsd:import namespace="790187d4-4294-4956-88ae-a0a46046e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b66bd-e699-4830-aac9-b18e744e07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a" ma:readOnly="false" ma:fieldId="{5cf76f15-5ced-4ddc-b409-7134ff3c332f}" ma:taxonomyMulti="true" ma:sspId="20de4301-b1da-46d0-bded-5f1fb5ebe3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187d4-4294-4956-88ae-a0a46046ed0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eac5036-c470-4179-969c-e3f8f2740cb6}" ma:internalName="TaxCatchAll" ma:showField="CatchAllData" ma:web="790187d4-4294-4956-88ae-a0a46046e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Zdieľa sa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Zdieľané s podrobnosťa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5C6E88-C769-48B0-91D3-77870C8920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4999B7-1407-4E96-8E46-8443EF5F6F2E}">
  <ds:schemaRefs>
    <ds:schemaRef ds:uri="http://schemas.microsoft.com/office/2006/metadata/properties"/>
    <ds:schemaRef ds:uri="http://schemas.microsoft.com/office/infopath/2007/PartnerControls"/>
    <ds:schemaRef ds:uri="d01b66bd-e699-4830-aac9-b18e744e07eb"/>
    <ds:schemaRef ds:uri="790187d4-4294-4956-88ae-a0a46046ed0a"/>
  </ds:schemaRefs>
</ds:datastoreItem>
</file>

<file path=customXml/itemProps3.xml><?xml version="1.0" encoding="utf-8"?>
<ds:datastoreItem xmlns:ds="http://schemas.openxmlformats.org/officeDocument/2006/customXml" ds:itemID="{F928A596-DA61-42C8-8262-09E9C0DD9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1b66bd-e699-4830-aac9-b18e744e07eb"/>
    <ds:schemaRef ds:uri="790187d4-4294-4956-88ae-a0a46046e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257</Words>
  <Application>Microsoft Macintosh PowerPoint</Application>
  <PresentationFormat>Widescreen</PresentationFormat>
  <Paragraphs>54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Využitie LLM pre právne dokumenty</vt:lpstr>
      <vt:lpstr>Zadanie bakalárskej práce</vt:lpstr>
      <vt:lpstr>O projekte</vt:lpstr>
      <vt:lpstr>O projekte</vt:lpstr>
      <vt:lpstr>Overené podobné riešenia</vt:lpstr>
      <vt:lpstr>Plán na letný semester</vt:lpstr>
      <vt:lpstr>Ďakujem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Názov Práce</dc:title>
  <dc:creator>jbendik@yahoo.com</dc:creator>
  <cp:lastModifiedBy>Samuel Bagín</cp:lastModifiedBy>
  <cp:revision>38</cp:revision>
  <dcterms:created xsi:type="dcterms:W3CDTF">2019-01-31T09:17:00Z</dcterms:created>
  <dcterms:modified xsi:type="dcterms:W3CDTF">2026-01-23T10:24:20Z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0x0101003EDB616AE48AEB41B99C2AC62DBFCA95</vt:lpwstr>
  </property>
</Properties>
</file>